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Roteiro de atendimento sintetico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Confirme o numero do pedido antes de abrir chamado.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